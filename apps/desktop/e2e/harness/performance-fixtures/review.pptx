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product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@office-kit/pptx</dc:creator>
  <cp:lastModifiedBy>@office-kit/pptx</cp:lastModifiedBy>
</cp:coreProperties>
</file>